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Free IPTV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App Description Document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Eric Blanquer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Revision History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Author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2026-03-29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Initial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Eric Blanquer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Added app preview images and screenshots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Eric Blanquer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1. UI Structure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2. Usage Scenario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3. Menu &amp; Function Description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4. Key Policy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</a:defRPr>
            </a:pPr>
            <a:r>
              <a:t>5. How to Change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UI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Home Screen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├── Live TV → Browse (categories + channel list) → Player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├── Movies (VOD) → Browse (categories + movie grid) → Details → Player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├── Series → Browse (categories + series grid) → Details (seasons/episodes) → Player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├── Manga → Browse (filtered VOD + Series)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├── Sport → Browse (filtered VOD)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├── Entertainment → Browse (filtered VOD)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├── History → Browse (watch history) → Player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├── Downloads → Browse (offline content) → Player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└── Settings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├── Manage Playlists (add/edit/delete M3U or API Server)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├── Language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├── Remote Configuration (QR code)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├── Text Size (small/medium/large)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├── Text-to-Speech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├── Stream Proxy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├── APIs (TMDB, OpenSubtitles, SubDL)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└── Premium / Support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Note: Live TV and Settings are always visible.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Movies, Series, Sport, Manga, Entertainment and History sections appear only when an API Server playlist is configured.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Usage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First Launch (No playlist configured)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App launches and shows Home screen with only "Live TV" and "Settings" buttons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User navigates to Settings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User selects "Manage playlists" and presses Enter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User selects playlist type: "M3U" or "API Server"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For M3U: user enters a playlist URL (e.g., https://iptv-org.github.io/iptv/index.m3u)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6. For API Server: user enters server URL, username, and password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7. User selects "Save" and returns to Home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8. App loads playlist data and shows all available sections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Watching Live TV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From Home, user selects "Live TV"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Browse screen shows categories on the left, channels on the right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User navigates categories and selects a channel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Player starts streaming the selected channel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User can change channels with Up/Down keys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6. Press Return to go back to channel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Usage Scenario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Watching a Movie (VOD)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From Home, user selects "Movies"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Browse screen shows movie categories and movie posters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User selects a movie to see details (synopsis, cast, rating from TMDB)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User selects "Play" to start playback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During playback: Left/Right to seek, Enter to pause/resume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6. User can select subtitle tracks and audio tracks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Remote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User opens Settings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Under "Remote Configuration", a QR code is displayed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User scans QR code with phone/computer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Opens iptv.blanquer.org where user can configure playlists remotely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Configuration is synced to the TV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3. Menu &amp; Function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3.1 Home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Grid of buttons to access available sections. Live TV and Settings are always visible.</a:t>
            </a:r>
          </a:p>
        </p:txBody>
      </p:sp>
      <p:pic>
        <p:nvPicPr>
          <p:cNvPr id="5" name="Picture 4" descr="home-m3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5307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3. Menu &amp; Function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3.2 Browse Screen (Live TV)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Left panel with categories. Right panel showing channels. Navigate with Up/Down, select with Enter. Grid or list view toggle available (RED key).</a:t>
            </a:r>
          </a:p>
        </p:txBody>
      </p:sp>
      <p:pic>
        <p:nvPicPr>
          <p:cNvPr id="5" name="Picture 4" descr="live-t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3. Menu &amp; Function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3.3 Playlist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Add, edit, delete M3U playlists or API server connections. Supports M3U URL and Xtream API server credentials.</a:t>
            </a:r>
          </a:p>
        </p:txBody>
      </p:sp>
      <p:pic>
        <p:nvPicPr>
          <p:cNvPr id="5" name="Picture 4" descr="play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3. Menu &amp; Function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3.4 Settings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Configuration options: playlist management, language selection, remote configuration via QR code, license status, API keys, text size, text-to-speech.</a:t>
            </a:r>
          </a:p>
        </p:txBody>
      </p:sp>
      <p:pic>
        <p:nvPicPr>
          <p:cNvPr id="5" name="Picture 4" descr="sett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3. Menu &amp; Function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3.5 Remote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QR code displayed in Settings. User scans with phone/computer to configure playlists remotely — configuration is synced to the TV app via iptv.blanquer.org</a:t>
            </a:r>
          </a:p>
        </p:txBody>
      </p:sp>
      <p:pic>
        <p:nvPicPr>
          <p:cNvPr id="5" name="Picture 4" descr="remote-conf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3. Menu &amp; Function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3.6 Function Reference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Screen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Section 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Grid of buttons. Live TV and Settings always visible. Other sections with API Server playlists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Browse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Category Sidebar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Left panel with categories. Navigate with Up/Down, select with Enter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Browse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Content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Right panel showing channels/movies/series. Grid or list view toggle available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Browse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Press Enter on search bar to filter content by title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Movie/Series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Shows poster, synopsis, cast, rating (from TMDB if API key configured)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Season/Episode Nav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For series: navigate seasons and episodes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Playback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Play/Pause, Seek (Left/Right), Channel switch (Up/Down for live)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Audio/Subtitle Tracks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Select audio language and subtitle track during playback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Playlist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Add, edit, delete M3U playlists or API server connections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Remote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QR code to configure playlists from phone/computer via iptv.blanquer.org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Change app UI language (11 languages available)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Text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Adjust text size: Small, Medium, Large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Enable/disable Text-to-Speech voice guidance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4. Key Policy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Button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Remarks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Select / Play / 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UP /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Navigate menus. In player: change channel (live)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LEFT /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Navigate menus. In player: seek backward/forward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Ch. Up /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Page up/down in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PLAY / 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Play or pause playback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Stop playback and return to browse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Toggle grid/list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Add/remove favorites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Sort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Filter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 back to previous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Samsung Mandatory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Close the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Samsung Mandatory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5. How to Change Languages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How to change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 to Settings → Language → Select desired language from the list.</a:t>
                      </a:r>
                    </a:p>
                    <a:p>
                      <a:pPr>
                        <a:defRPr sz="1100"/>
                      </a:pPr>
                    </a:p>
                    <a:p>
                      <a:pPr>
                        <a:defRPr sz="1100"/>
                      </a:pPr>
                      <a:r>
                        <a:t>Supported languages: English, French, German, Spanish, Italian, Portuguese, Dutch, Polish, Russian, Arabic, Turkish.</a:t>
                      </a:r>
                    </a:p>
                    <a:p>
                      <a:pPr>
                        <a:defRPr sz="1100"/>
                      </a:pPr>
                    </a:p>
                    <a:p>
                      <a:pPr>
                        <a:defRPr sz="1100"/>
                      </a:pPr>
                      <a:r>
                        <a:t>The app UI language changes immediately after selection. No restart required.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